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2154" y="10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41EE1-28ED-471E-B112-1C64ABD0D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0BCACE-93BC-47E1-80FD-70FB96C2B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055FD5-A564-437F-A497-ED5B9F752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95EAF6-C417-4806-8E30-7EF82EBF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9FCED5-5D0A-46BC-86F1-FFC4B45C4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721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011E7-3394-4F05-9BF8-B34CBF006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A42A16-6E0F-4316-B1CF-46B72245B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870C18-5161-4FF2-82DF-CA57CB2C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7A12C-AEC8-4C9D-8AE7-6B50934EE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52F500-0563-4358-8936-34B8CF1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386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59AC9-751A-44A8-AA22-B2BCA186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A31E1A-0464-4349-A079-965881649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0FC05F-AB23-43E3-B23B-48A54D8C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6DDFDC-D5B6-4377-A5FB-F47B9B197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D743D5-879A-45CB-BF27-CE33C35B8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928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5E2B4-4666-4099-95C8-958B8CD5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7B16A9-1C85-466E-BB64-D496112E7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019FA6-B473-4EEA-A0C3-41C87F4DF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B65809-E449-40B4-A754-1F5B2A04C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CB17DC-F4F3-41F3-9813-04E2B38B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CB20A8E-62EB-4754-AF5F-B532145A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3719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AAE46-2F47-4CC6-8244-47C8C38D6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F06FF2-4A89-4275-A175-B3C5907EF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11EEB09-73D0-407D-96E5-179C3A196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AC28BAD-6EB8-4013-BC22-6AE2D174A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2654F9-4B31-419C-A0EE-5B1EC84ED3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21530B5-73EE-4AB6-AA39-2F983A296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AF7D6E1-222F-47D2-A4A8-767AFF276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9334ED-70F3-4195-8F65-0D7E15DCF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1425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3AE36-AF10-4F20-AEEC-C1EE0ED3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82A5CF-2AD6-4635-9AF9-7D1C0704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6A5A54-1B21-48C8-B117-F7D9DCA9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E28A671-6A15-44DB-BDBF-8973C0545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4408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6B3E6F-0BDB-4C82-B54F-870272453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64E1BE8-3AA3-4794-BA0A-A88723DD8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E59CDA-A799-4DAB-8EE7-16D088810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97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76041-E127-4C7A-9C69-3EF1CA384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EEE854-0602-4E43-AB0A-955CD1A54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B2FB202-5135-4F80-9842-9A1E40D6B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664E06C-B656-42A5-94D1-A079706B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ADE0ED-B430-4850-84B9-3F823B7E3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A86A4E-A010-422C-A1C2-5BFB3F9E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775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04F3C-41D1-4B83-BB70-9E91FF01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E81F54-6737-4D97-AF71-B1FD9A1183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BCE01-66BC-426C-8E58-44CD5664CD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467FB5B-D93C-4E9D-AF8C-A6F73F18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AAB5C8-97CC-4BC4-A822-DB908888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8A7E34-4352-4AD9-B3FA-DCF66F41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612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BE6185-541C-4D09-9CC5-2AC67D44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88DC21F-CCF3-42B3-86AA-1FEB82358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7A006C-0769-4E2E-BAAD-579F19C4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E4556E-05D8-4C58-BF7D-5DBBBCE5C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08FB45-7C71-4445-BCC3-7DD06A0F6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737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EEEA555-D25A-4521-8C26-7E22AA1C54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5CF0150-155E-431C-808A-7A4C6F2D6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3DFF4B-4DAB-44E2-A5E3-7D5CF3732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A6DC67-C530-472B-9B4C-C5A8D8014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34CB6F-7284-4738-B061-33EF8B42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53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5EB732C-8C61-4863-8067-6BEC908C7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10D402-6280-4553-93CC-1E23E5ED9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EAE28F-20E0-4150-B329-DB1ED2BA79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40F6F3-C980-434C-9934-FE2A2DB02622}" type="datetimeFigureOut">
              <a:rPr lang="pt-BR" smtClean="0"/>
              <a:t>11/06/2026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B7FD1C-322D-496D-B990-8B7583877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64801A-397D-4354-B951-D0DDDA7AD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88610-1A4F-4DA0-843D-B00D90BD74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35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C682C-3AA8-4D3C-9B5A-0662B99293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Manual do Sistema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D07A32A-B66F-41B4-85B6-17F78A3E54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>
                <a:latin typeface="+mj-lt"/>
              </a:rPr>
              <a:t>Salão Alegria </a:t>
            </a:r>
          </a:p>
        </p:txBody>
      </p:sp>
    </p:spTree>
    <p:extLst>
      <p:ext uri="{BB962C8B-B14F-4D97-AF65-F5344CB8AC3E}">
        <p14:creationId xmlns:p14="http://schemas.microsoft.com/office/powerpoint/2010/main" val="1144237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49817B-6090-4D8F-820B-CC4E97185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Início</a:t>
            </a:r>
            <a:r>
              <a:rPr lang="pt-BR" dirty="0"/>
              <a:t> 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EA1B3C-3F74-4E9D-A77E-122AA98F6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>
                <a:latin typeface="+mj-lt"/>
              </a:rPr>
              <a:t>Ao entrar no site terá opções para escolher sendo elas </a:t>
            </a:r>
            <a:r>
              <a:rPr lang="pt-BR" dirty="0">
                <a:solidFill>
                  <a:srgbClr val="7030A0"/>
                </a:solidFill>
                <a:latin typeface="+mj-lt"/>
              </a:rPr>
              <a:t>Login</a:t>
            </a:r>
            <a:r>
              <a:rPr lang="pt-BR" dirty="0">
                <a:latin typeface="+mj-lt"/>
              </a:rPr>
              <a:t> e as </a:t>
            </a:r>
            <a:r>
              <a:rPr lang="pt-BR" dirty="0">
                <a:solidFill>
                  <a:srgbClr val="7030A0"/>
                </a:solidFill>
                <a:latin typeface="+mj-lt"/>
              </a:rPr>
              <a:t>Informações 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68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589F8D-6DD5-4485-9734-D69CCCD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Login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EE8F5F-A49B-48B3-B548-FD2E20DED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622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funcionário irá preencher com nome e CPF após esse processo clique em “</a:t>
            </a:r>
            <a:r>
              <a:rPr lang="pt-BR" dirty="0">
                <a:solidFill>
                  <a:srgbClr val="7030A0"/>
                </a:solidFill>
              </a:rPr>
              <a:t>Entrar</a:t>
            </a:r>
            <a:r>
              <a:rPr lang="pt-BR" dirty="0"/>
              <a:t>” no inferior da tela de login.</a:t>
            </a:r>
          </a:p>
        </p:txBody>
      </p:sp>
    </p:spTree>
    <p:extLst>
      <p:ext uri="{BB962C8B-B14F-4D97-AF65-F5344CB8AC3E}">
        <p14:creationId xmlns:p14="http://schemas.microsoft.com/office/powerpoint/2010/main" val="237174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0DBD4-B50C-4856-BC41-247B6864E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Clientes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20D275-12F1-4C0F-9195-D893F4D8F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funcionário preencherá com os dados dos clientes para fazer a reserva da locação sendo eles : </a:t>
            </a:r>
            <a:r>
              <a:rPr lang="pt-BR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ID_CLIENTE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CPF 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TELEFONE 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e </a:t>
            </a:r>
            <a:r>
              <a:rPr lang="pt-BR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DATA_CADASTRO 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após esse processo clique em “</a:t>
            </a:r>
            <a:r>
              <a:rPr lang="pt-BR" dirty="0">
                <a:solidFill>
                  <a:srgbClr val="7030A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Registrar</a:t>
            </a:r>
            <a:r>
              <a:rPr lang="pt-BR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” no inferior da tela 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7712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B010F-3567-4A72-B7AF-3F5B98A1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Locação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840872-F685-4F8B-A20E-9E8CA02C2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O funcionário será direcionado para essa tela podendo ver as locações disponíveis , os horários , datas , tipos de eventos , quantidade de convidados , valores , status e observações depois clique em “REGISTRAR”. </a:t>
            </a:r>
          </a:p>
        </p:txBody>
      </p:sp>
    </p:spTree>
    <p:extLst>
      <p:ext uri="{BB962C8B-B14F-4D97-AF65-F5344CB8AC3E}">
        <p14:creationId xmlns:p14="http://schemas.microsoft.com/office/powerpoint/2010/main" val="3442200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130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Manual do Sistema </vt:lpstr>
      <vt:lpstr>Início  </vt:lpstr>
      <vt:lpstr>Login </vt:lpstr>
      <vt:lpstr>Clientes </vt:lpstr>
      <vt:lpstr>Locação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do Sistema</dc:title>
  <dc:creator>Juan Gabriel Piedade Vieira</dc:creator>
  <cp:lastModifiedBy>Juan Gabriel Piedade Vieira</cp:lastModifiedBy>
  <cp:revision>7</cp:revision>
  <dcterms:created xsi:type="dcterms:W3CDTF">2026-06-11T18:37:12Z</dcterms:created>
  <dcterms:modified xsi:type="dcterms:W3CDTF">2026-06-11T19:46:09Z</dcterms:modified>
</cp:coreProperties>
</file>